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30f9cb619fa91e3c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30f9cb619fa91e3c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30f9cb619fa91e3c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30f9cb619fa91e3c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30f9cb619fa91e3c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30f9cb619fa91e3c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30f9cb619fa91e3c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30f9cb619fa91e3c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30f9cb619fa91e3c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30f9cb619fa91e3c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30f9cb619fa91e3c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h30f9cb619fa91e3c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30f9cb619fa91e3c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30f9cb619fa91e3c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30f9cb619fa91e3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h30f9cb619fa91e3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30f9cb619fa91e3c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h30f9cb619fa91e3c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h30f9cb619fa91e3c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h30f9cb619fa91e3c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Face Mask Detection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Evan Luu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 	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Covid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Health Safety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Success</a:t>
            </a:r>
            <a:r>
              <a:rPr lang="en"/>
              <a:t> Metrics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Stakeholders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Constraints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is it related to Data Science?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Problem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 Set (MFR2)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Wrangling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Findings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Exploratory Analysis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Image Aspects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Modeling Creation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Model Background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Model Creation 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Model Reasoning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Analysis Results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Model Results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Alternatives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 </a:t>
            </a:r>
            <a:endParaRPr/>
          </a:p>
        </p:txBody>
      </p:sp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predefined model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Continue work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Future Work</a:t>
            </a:r>
            <a:endParaRPr/>
          </a:p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 the pipeline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Diversify the data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