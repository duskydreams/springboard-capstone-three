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0f9cb619fa91e3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0f9cb619fa91e3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30f9cb619fa91e3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30f9cb619fa91e3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30f9cb619fa91e3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30f9cb619fa91e3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30f9cb619fa91e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30f9cb619fa91e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30f9cb619fa91e3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30f9cb619fa91e3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0f9cb619fa91e3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30f9cb619fa91e3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30f9cb619fa91e3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30f9cb619fa91e3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30f9cb619fa91e3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30f9cb619fa91e3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30f9cb619fa91e3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30f9cb619fa91e3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0f9cb619fa91e3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30f9cb619fa91e3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Mask Detection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Evan Luu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	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Covid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 Safety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Covid-19 Coronavirus concept design logo. Coronavirus disease named COVID-19, dangerous virus vector illustration. SARS-CoV-2 or betacoronavirus. (Provided by Getty Images)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500" y="1017725"/>
            <a:ext cx="5156700" cy="25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</a:t>
            </a:r>
            <a:r>
              <a:rPr lang="en"/>
              <a:t> Metrics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Stakeholders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it related to Data Science?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Set (MFR2)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875" y="1152475"/>
            <a:ext cx="4869425" cy="296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Wrangling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Findings 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825" y="1825491"/>
            <a:ext cx="6097474" cy="14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Analysis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Aspects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825" y="1825491"/>
            <a:ext cx="6097474" cy="14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Creation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Background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Creation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Reasoning</a:t>
            </a:r>
            <a:endParaRPr/>
          </a:p>
        </p:txBody>
      </p:sp>
      <p:pic>
        <p:nvPicPr>
          <p:cNvPr descr="Neural network vector, Artificial related filled design icon (Provided by Getty Images)"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223" y="1275863"/>
            <a:ext cx="3168075" cy="3169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Results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Results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Alternatives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63" y="1452550"/>
            <a:ext cx="420052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predefined model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 work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 the pipeline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Diversify the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